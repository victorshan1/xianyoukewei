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4572000"/>
            <a:ext cx="2743200" cy="2743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乡村课堂AI助教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DEFB"/>
                </a:solidFill>
                <a:latin typeface="Microsoft YaHei"/>
              </a:defRPr>
            </a:pPr>
            <a:r>
              <a:t>让每一个乡村孩子都能享受AI教育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YaHei"/>
              </a:defRPr>
            </a:pPr>
            <a:r>
              <a:t>小有可为 AI 向善创新挑战赛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  <a:latin typeface="Microsoft YaHei"/>
              </a:defRPr>
            </a:pPr>
            <a:r>
              <a:t>参赛赛道：乡村教育 · 大山里的AI课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  <a:latin typeface="Microsoft YaHei"/>
              </a:defRPr>
            </a:pPr>
            <a:r>
              <a:t>作品类型：应用类（Web应用）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4114800"/>
            <a:ext cx="914400" cy="4114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200" b="1">
                <a:solidFill>
                  <a:srgbClr val="1A73E8"/>
                </a:solidFill>
                <a:latin typeface="Microsoft YaHei"/>
              </a:defRPr>
            </a:pPr>
            <a:r>
              <a:t>纯前端架构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114800"/>
            <a:ext cx="914400" cy="4114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200" b="1">
                <a:solidFill>
                  <a:srgbClr val="1A73E8"/>
                </a:solidFill>
                <a:latin typeface="Microsoft YaHei"/>
              </a:defRPr>
            </a:pPr>
            <a:r>
              <a:t>三端协同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4114800"/>
            <a:ext cx="914400" cy="4114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200" b="1">
                <a:solidFill>
                  <a:srgbClr val="1A73E8"/>
                </a:solidFill>
                <a:latin typeface="Microsoft YaHei"/>
              </a:defRPr>
            </a:pPr>
            <a:r>
              <a:t>多模态AI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4114800"/>
            <a:ext cx="914400" cy="4114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200" b="1">
                <a:solidFill>
                  <a:srgbClr val="1A73E8"/>
                </a:solidFill>
                <a:latin typeface="Microsoft YaHei"/>
              </a:defRPr>
            </a:pPr>
            <a:r>
              <a:t>数据隔离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81360" y="4114800"/>
            <a:ext cx="914400" cy="4114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200" b="1">
                <a:solidFill>
                  <a:srgbClr val="1A73E8"/>
                </a:solidFill>
                <a:latin typeface="Microsoft YaHei"/>
              </a:defRPr>
            </a:pPr>
            <a:r>
              <a:t>低带宽友好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乡村课堂AI助教  |  小有可为AI向善创新挑战赛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895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A1"/>
                </a:solidFill>
                <a:latin typeface="Microsoft YaHei"/>
              </a:defRPr>
            </a:pPr>
            <a:r>
              <a:t>痛点分析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  <a:latin typeface="Microsoft YaHei"/>
              </a:defRPr>
            </a:pPr>
            <a:r>
              <a:t>乡村教育面临的真实困境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560320" cy="411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560320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A4335"/>
                </a:solidFill>
                <a:latin typeface="Microsoft YaHei"/>
              </a:defRPr>
            </a:pPr>
            <a:r>
              <a:t>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02124"/>
                </a:solidFill>
                <a:latin typeface="Microsoft YaHei"/>
              </a:defRPr>
            </a:pPr>
            <a:r>
              <a:t>教师备课负担重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Microsoft YaHei"/>
              </a:defRPr>
            </a:pPr>
            <a:r>
              <a:t>乡村教师往往身兼多科，</a:t>
            </a:r>
            <a:br/>
            <a:r>
              <a:t>缺乏AI工具辅助备课，</a:t>
            </a:r>
            <a:br/>
            <a:r>
              <a:t>教案质量参差不齐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828800"/>
            <a:ext cx="2560320" cy="411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2560320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BBC04"/>
                </a:solidFill>
                <a:latin typeface="Microsoft YaHei"/>
              </a:defRPr>
            </a:pPr>
            <a:r>
              <a:t>👨‍🎓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02124"/>
                </a:solidFill>
                <a:latin typeface="Microsoft YaHei"/>
              </a:defRPr>
            </a:pPr>
            <a:r>
              <a:t>学生个性化缺失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4747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Microsoft YaHei"/>
              </a:defRPr>
            </a:pPr>
            <a:r>
              <a:t>大班教学难以因材施教，</a:t>
            </a:r>
            <a:br/>
            <a:r>
              <a:t>学生薄弱知识点难以</a:t>
            </a:r>
            <a:br/>
            <a:r>
              <a:t>精准定位和针对性训练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828800"/>
            <a:ext cx="2560320" cy="411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828800"/>
            <a:ext cx="2560320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4A853"/>
                </a:solidFill>
                <a:latin typeface="Microsoft YaHei"/>
              </a:defRPr>
            </a:pPr>
            <a:r>
              <a:t>👨‍👩‍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02124"/>
                </a:solidFill>
                <a:latin typeface="Microsoft YaHei"/>
              </a:defRPr>
            </a:pPr>
            <a:r>
              <a:t>家校沟通困难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4747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Microsoft YaHei"/>
              </a:defRPr>
            </a:pPr>
            <a:r>
              <a:t>留守儿童多，家长外出务工，</a:t>
            </a:r>
            <a:br/>
            <a:r>
              <a:t>家校信息不对称，</a:t>
            </a:r>
            <a:br/>
            <a:r>
              <a:t>家长难以了解孩子学习情况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828800"/>
            <a:ext cx="2560320" cy="411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828800"/>
            <a:ext cx="256032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73E8"/>
                </a:solidFill>
                <a:latin typeface="Microsoft YaHe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941832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02124"/>
                </a:solidFill>
                <a:latin typeface="Microsoft YaHei"/>
              </a:defRPr>
            </a:pPr>
            <a:r>
              <a:t>网络条件受限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4747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Microsoft YaHei"/>
              </a:defRPr>
            </a:pPr>
            <a:r>
              <a:t>乡村网络带宽有限，</a:t>
            </a:r>
            <a:br/>
            <a:r>
              <a:t>传统云端AI应用</a:t>
            </a:r>
            <a:br/>
            <a:r>
              <a:t>难以流畅运行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乡村课堂AI助教  |  小有可为AI向善创新挑战赛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895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A1"/>
                </a:solidFill>
                <a:latin typeface="Microsoft YaHei"/>
              </a:defRPr>
            </a:pPr>
            <a:r>
              <a:t>产品简介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  <a:latin typeface="Microsoft YaHei"/>
              </a:defRPr>
            </a:pPr>
            <a:r>
              <a:t>面向乡村教育的AI助教平台，三端口协同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7472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47472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0">
                <a:solidFill>
                  <a:srgbClr val="1A73E8"/>
                </a:solidFill>
                <a:latin typeface="Microsoft YaHei"/>
              </a:defRPr>
            </a:pPr>
            <a:r>
              <a:t>👩‍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02124"/>
                </a:solidFill>
                <a:latin typeface="Microsoft YaHei"/>
              </a:defRPr>
            </a:pPr>
            <a:r>
              <a:t>教师端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Microsoft YaHei"/>
              </a:defRPr>
            </a:pPr>
            <a:r>
              <a:t>备课助手 · 学生画像 · 班级总览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828800"/>
            <a:ext cx="347472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828800"/>
            <a:ext cx="3474720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103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0">
                <a:solidFill>
                  <a:srgbClr val="34A853"/>
                </a:solidFill>
                <a:latin typeface="Microsoft YaHei"/>
              </a:defRPr>
            </a:pPr>
            <a:r>
              <a:t>👨‍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02124"/>
                </a:solidFill>
                <a:latin typeface="Microsoft YaHei"/>
              </a:defRPr>
            </a:pPr>
            <a:r>
              <a:t>学生端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Microsoft YaHei"/>
              </a:defRPr>
            </a:pPr>
            <a:r>
              <a:t>拍照答疑 · 针对性练习 · 错题本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347472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828800"/>
            <a:ext cx="3474720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103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0">
                <a:solidFill>
                  <a:srgbClr val="FBBC04"/>
                </a:solidFill>
                <a:latin typeface="Microsoft YaHei"/>
              </a:defRPr>
            </a:pPr>
            <a:r>
              <a:t>👨‍👩‍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02124"/>
                </a:solidFill>
                <a:latin typeface="Microsoft YaHei"/>
              </a:defRPr>
            </a:pPr>
            <a:r>
              <a:t>家长端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Microsoft YaHei"/>
              </a:defRPr>
            </a:pPr>
            <a:r>
              <a:t>学情报告 · 家校沟通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73E8"/>
                </a:solidFill>
                <a:latin typeface="Microsoft YaHei"/>
              </a:defRPr>
            </a:pPr>
            <a:r>
              <a:t>12,300+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Microsoft YaHei"/>
              </a:defRPr>
            </a:pPr>
            <a:r>
              <a:t>行代码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73E8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Microsoft YaHei"/>
              </a:defRPr>
            </a:pPr>
            <a:r>
              <a:t>核心功能模块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73E8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Microsoft YaHei"/>
              </a:defRPr>
            </a:pPr>
            <a:r>
              <a:t>端口架构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73E8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Microsoft YaHei"/>
              </a:defRPr>
            </a:pPr>
            <a:r>
              <a:t>纯前端实现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乡村课堂AI助教  |  小有可为AI向善创新挑战赛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2895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A1"/>
                </a:solidFill>
                <a:latin typeface="Microsoft YaHei"/>
              </a:defRPr>
            </a:pPr>
            <a:r>
              <a:t>核心功能 · 教师端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  <a:latin typeface="Microsoft YaHei"/>
              </a:defRPr>
            </a:pPr>
            <a:r>
              <a:t>AI赋能教学全流程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560320" cy="3840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237744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73E8"/>
                </a:solidFill>
                <a:latin typeface="Microsoft YaHei"/>
              </a:defRPr>
            </a:pPr>
            <a:r>
              <a:t>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02124"/>
                </a:solidFill>
                <a:latin typeface="Microsoft YaHei"/>
              </a:defRPr>
            </a:pPr>
            <a:r>
              <a:t>AI备课助手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Microsoft YaHei"/>
              </a:defRPr>
            </a:pPr>
            <a:r>
              <a:t>智能生成教案，自动分层作业</a:t>
            </a:r>
            <a:br/>
            <a:r>
              <a:t>（基础/提高/拓展三层）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828800"/>
            <a:ext cx="2560320" cy="3840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920240"/>
            <a:ext cx="237744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73E8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02124"/>
                </a:solidFill>
                <a:latin typeface="Microsoft YaHei"/>
              </a:defRPr>
            </a:pPr>
            <a:r>
              <a:t>学生画像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47472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Microsoft YaHei"/>
              </a:defRPr>
            </a:pPr>
            <a:r>
              <a:t>五维雷达图展示学生能力</a:t>
            </a:r>
            <a:br/>
            <a:r>
              <a:t>归因分析 + 个性化建议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828800"/>
            <a:ext cx="2560320" cy="3840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920240"/>
            <a:ext cx="237744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73E8"/>
                </a:solidFill>
                <a:latin typeface="Microsoft YaHei"/>
              </a:defRPr>
            </a:pPr>
            <a: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02124"/>
                </a:solidFill>
                <a:latin typeface="Microsoft YaHei"/>
              </a:defRPr>
            </a:pPr>
            <a:r>
              <a:t>班级总览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47472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Microsoft YaHei"/>
              </a:defRPr>
            </a:pPr>
            <a:r>
              <a:t>成绩分布图、学习趋势图</a:t>
            </a:r>
            <a:br/>
            <a:r>
              <a:t>薄弱知识点分析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828800"/>
            <a:ext cx="2560320" cy="3840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0" y="1920240"/>
            <a:ext cx="237744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73E8"/>
                </a:solidFill>
                <a:latin typeface="Microsoft YaHei"/>
              </a:defRPr>
            </a:pPr>
            <a:r>
              <a:t>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02124"/>
                </a:solidFill>
                <a:latin typeface="Microsoft YaHei"/>
              </a:defRPr>
            </a:pPr>
            <a:r>
              <a:t>学生管理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47472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Microsoft YaHei"/>
              </a:defRPr>
            </a:pPr>
            <a:r>
              <a:t>批量导入/导出学生数据</a:t>
            </a:r>
            <a:br/>
            <a:r>
              <a:t>完整的学生信息管理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乡村课堂AI助教  |  小有可为AI向善创新挑战赛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895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A1"/>
                </a:solidFill>
                <a:latin typeface="Microsoft YaHei"/>
              </a:defRPr>
            </a:pPr>
            <a:r>
              <a:t>核心功能 · 学生端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  <a:latin typeface="Microsoft YaHei"/>
              </a:defRPr>
            </a:pPr>
            <a:r>
              <a:t>AI陪伴式学习体验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74720" cy="3840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32918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0">
                <a:solidFill>
                  <a:srgbClr val="34A853"/>
                </a:solidFill>
                <a:latin typeface="Microsoft YaHei"/>
              </a:defRPr>
            </a:pPr>
            <a: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02124"/>
                </a:solidFill>
                <a:latin typeface="Microsoft YaHei"/>
              </a:defRPr>
            </a:pPr>
            <a:r>
              <a:t>拍照答疑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F6368"/>
                </a:solidFill>
                <a:latin typeface="Microsoft YaHei"/>
              </a:defRPr>
            </a:pPr>
            <a:r>
              <a:t>拍照/上传题目图片</a:t>
            </a:r>
            <a:br/>
            <a:r>
              <a:t>AI智能解析 + 分步讲解</a:t>
            </a:r>
            <a:br/>
            <a:r>
              <a:t>支持语音输入问题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828800"/>
            <a:ext cx="3474720" cy="3840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1999" y="1920240"/>
            <a:ext cx="32918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103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0">
                <a:solidFill>
                  <a:srgbClr val="34A853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02124"/>
                </a:solidFill>
                <a:latin typeface="Microsoft YaHei"/>
              </a:defRPr>
            </a:pPr>
            <a:r>
              <a:t>针对性练习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5661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F6368"/>
                </a:solidFill>
                <a:latin typeface="Microsoft YaHei"/>
              </a:defRPr>
            </a:pPr>
            <a:r>
              <a:t>基于学生画像推荐</a:t>
            </a:r>
            <a:br/>
            <a:r>
              <a:t>薄弱点专项训练</a:t>
            </a:r>
            <a:br/>
            <a:r>
              <a:t>难度自适应调整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3474720" cy="3840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920240"/>
            <a:ext cx="32918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103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0">
                <a:solidFill>
                  <a:srgbClr val="34A853"/>
                </a:solidFill>
                <a:latin typeface="Microsoft YaHei"/>
              </a:defRPr>
            </a:pPr>
            <a:r>
              <a:t>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02124"/>
                </a:solidFill>
                <a:latin typeface="Microsoft YaHei"/>
              </a:defRPr>
            </a:pPr>
            <a:r>
              <a:t>错题本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5661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F6368"/>
                </a:solidFill>
                <a:latin typeface="Microsoft YaHei"/>
              </a:defRPr>
            </a:pPr>
            <a:r>
              <a:t>自动收录错题</a:t>
            </a:r>
            <a:br/>
            <a:r>
              <a:t>按知识点分类整理</a:t>
            </a:r>
            <a:br/>
            <a:r>
              <a:t>定期复习提醒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乡村课堂AI助教  |  小有可为AI向善创新挑战赛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2895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A1"/>
                </a:solidFill>
                <a:latin typeface="Microsoft YaHei"/>
              </a:defRPr>
            </a:pPr>
            <a:r>
              <a:t>核心功能 · 家长端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  <a:latin typeface="Microsoft YaHei"/>
              </a:defRPr>
            </a:pPr>
            <a:r>
              <a:t>让关爱跨越距离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384048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4846320" cy="5486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0">
                <a:solidFill>
                  <a:srgbClr val="FBBC04"/>
                </a:solidFill>
                <a:latin typeface="Microsoft YaHei"/>
              </a:defRPr>
            </a:pPr>
            <a: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02124"/>
                </a:solidFill>
                <a:latin typeface="Microsoft YaHei"/>
              </a:defRPr>
            </a:pPr>
            <a:r>
              <a:t>学情报告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56616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F6368"/>
                </a:solidFill>
                <a:latin typeface="Microsoft YaHei"/>
              </a:defRPr>
            </a:pPr>
            <a:r>
              <a:t>周报/月报自动生成</a:t>
            </a:r>
            <a:br/>
            <a:r>
              <a:t>可视化图表展示</a:t>
            </a:r>
            <a:br/>
            <a:r>
              <a:t>学习数据一目了然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029200" cy="384048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920240"/>
            <a:ext cx="4846320" cy="5486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031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0">
                <a:solidFill>
                  <a:srgbClr val="FBBC04"/>
                </a:solidFill>
                <a:latin typeface="Microsoft YaHei"/>
              </a:defRPr>
            </a:pPr>
            <a:r>
              <a:t>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02124"/>
                </a:solidFill>
                <a:latin typeface="Microsoft YaHei"/>
              </a:defRPr>
            </a:pPr>
            <a:r>
              <a:t>家校沟通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56616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F6368"/>
                </a:solidFill>
                <a:latin typeface="Microsoft YaHei"/>
              </a:defRPr>
            </a:pPr>
            <a:r>
              <a:t>AI生成个性化沟通话术</a:t>
            </a:r>
            <a:br/>
            <a:r>
              <a:t>基于孩子真实学习数据</a:t>
            </a:r>
            <a:br/>
            <a:r>
              <a:t>降低沟通门槛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5029200"/>
            <a:ext cx="8503920" cy="10972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600" b="1">
                <a:solidFill>
                  <a:srgbClr val="0D47A1"/>
                </a:solidFill>
                <a:latin typeface="Microsoft YaHei"/>
              </a:defRPr>
            </a:pPr>
            <a:r>
              <a:t> 权限隔离设计：家长端仅可查看已绑定孩子的学习数据，保障学生隐私安全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乡村课堂AI助教  |  小有可为AI向善创新挑战赛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A1"/>
                </a:solidFill>
                <a:latin typeface="Microsoft YaHei"/>
              </a:defRPr>
            </a:pPr>
            <a:r>
              <a:t>技术亮点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  <a:latin typeface="Microsoft YaHei"/>
              </a:defRPr>
            </a:pPr>
            <a:r>
              <a:t>创新技术方案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560320" cy="411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56032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73E8"/>
                </a:solidFill>
                <a:latin typeface="Microsoft YaHei"/>
              </a:defRPr>
            </a:pPr>
            <a: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02124"/>
                </a:solidFill>
                <a:latin typeface="Microsoft YaHei"/>
              </a:defRPr>
            </a:pPr>
            <a:r>
              <a:t>多模态视觉AI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F6368"/>
                </a:solidFill>
                <a:latin typeface="Microsoft YaHei"/>
              </a:defRPr>
            </a:pPr>
            <a:r>
              <a:t>拍照答疑采用通义千问VL Max</a:t>
            </a:r>
            <a:br/>
            <a:r>
              <a:t>视觉理解模型，支持图片OCR、</a:t>
            </a:r>
            <a:br/>
            <a:r>
              <a:t>数学公式识别、分步解题推理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828800"/>
            <a:ext cx="2560320" cy="411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2560320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4A853"/>
                </a:solidFill>
                <a:latin typeface="Microsoft YaHe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374904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02124"/>
                </a:solidFill>
                <a:latin typeface="Microsoft YaHei"/>
              </a:defRPr>
            </a:pPr>
            <a:r>
              <a:t>多API兼容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4747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F6368"/>
                </a:solidFill>
                <a:latin typeface="Microsoft YaHei"/>
              </a:defRPr>
            </a:pPr>
            <a:r>
              <a:t>支持阿里云通义千问、DeepSeek</a:t>
            </a:r>
            <a:br/>
            <a:r>
              <a:t>及任意OpenAI兼容API</a:t>
            </a:r>
            <a:br/>
            <a:r>
              <a:t>用户可自由切换和自定义模型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828800"/>
            <a:ext cx="2560320" cy="411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828800"/>
            <a:ext cx="2560320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A4335"/>
                </a:solidFill>
                <a:latin typeface="Microsoft YaHei"/>
              </a:defRPr>
            </a:pPr>
            <a: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02124"/>
                </a:solidFill>
                <a:latin typeface="Microsoft YaHei"/>
              </a:defRPr>
            </a:pPr>
            <a:r>
              <a:t>三端权限隔离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4747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F6368"/>
                </a:solidFill>
                <a:latin typeface="Microsoft YaHei"/>
              </a:defRPr>
            </a:pPr>
            <a:r>
              <a:t>教师端看全量数据</a:t>
            </a:r>
            <a:br/>
            <a:r>
              <a:t>学生端仅看个人信息</a:t>
            </a:r>
            <a:br/>
            <a:r>
              <a:t>家长端仅看绑定孩子数据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828800"/>
            <a:ext cx="2560320" cy="411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828800"/>
            <a:ext cx="2560320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BBC04"/>
                </a:solidFill>
                <a:latin typeface="Microsoft YaHe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941832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02124"/>
                </a:solidFill>
                <a:latin typeface="Microsoft YaHei"/>
              </a:defRPr>
            </a:pPr>
            <a:r>
              <a:t>低带宽优化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4747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F6368"/>
                </a:solidFill>
                <a:latin typeface="Microsoft YaHei"/>
              </a:defRPr>
            </a:pPr>
            <a:r>
              <a:t>纯前端架构，无需后端服务器</a:t>
            </a:r>
            <a:br/>
            <a:r>
              <a:t>数据存储在浏览器本地</a:t>
            </a:r>
            <a:br/>
            <a:r>
              <a:t>适合乡村弱网络环境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乡村课堂AI助教  |  小有可为AI向善创新挑战赛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895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A1"/>
                </a:solidFill>
                <a:latin typeface="Microsoft YaHei"/>
              </a:defRPr>
            </a:pPr>
            <a:r>
              <a:t>技术方案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  <a:latin typeface="Microsoft YaHei"/>
              </a:defRPr>
            </a:pPr>
            <a:r>
              <a:t>纯前端架构，开箱即用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3200400" cy="6400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👩‍🏫 教师端  |  👨‍🎓 学生端  |  👨‍👩‍👧 家长端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F6368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97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Microsoft YaHei"/>
              </a:defRPr>
            </a:pPr>
            <a:r>
              <a:t>应用层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124"/>
                </a:solidFill>
                <a:latin typeface="Microsoft YaHei"/>
              </a:defRPr>
            </a:pPr>
            <a:r>
              <a:t>路由管理  |  数据存储  |  API服务  |  权限控制  |  组件库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F6368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389120"/>
            <a:ext cx="10332720" cy="1645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434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00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4"/>
                </a:solidFill>
                <a:latin typeface="Microsoft YaHei"/>
              </a:defRPr>
            </a:pPr>
            <a:r>
              <a:t>● HTML5 + CSS3 + Vanilla 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800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4"/>
                </a:solidFill>
                <a:latin typeface="Microsoft YaHei"/>
              </a:defRPr>
            </a:pPr>
            <a:r>
              <a:t>● IndexedDB 本地数据库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4800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4"/>
                </a:solidFill>
                <a:latin typeface="Microsoft YaHei"/>
              </a:defRPr>
            </a:pPr>
            <a:r>
              <a:t>● localStorage 配置存储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800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4"/>
                </a:solidFill>
                <a:latin typeface="Microsoft YaHei"/>
              </a:defRPr>
            </a:pPr>
            <a:r>
              <a:t>● OpenAI 兼容 API（多模型）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3035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4"/>
                </a:solidFill>
                <a:latin typeface="Microsoft YaHei"/>
              </a:defRPr>
            </a:pPr>
            <a:r>
              <a:t>● Canvas 数据可视化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53035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4"/>
                </a:solidFill>
                <a:latin typeface="Microsoft YaHei"/>
              </a:defRPr>
            </a:pPr>
            <a:r>
              <a:t>● Web Speech API 语音输入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53035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4"/>
                </a:solidFill>
                <a:latin typeface="Microsoft YaHei"/>
              </a:defRPr>
            </a:pPr>
            <a:r>
              <a:t>● FileReader API 图片处理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3035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4"/>
                </a:solidFill>
                <a:latin typeface="Microsoft YaHei"/>
              </a:defRPr>
            </a:pPr>
            <a:r>
              <a:t>● 响应式设计（桌面+移动端）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乡村课堂AI助教  |  小有可为AI向善创新挑战赛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A1"/>
                </a:solidFill>
                <a:latin typeface="Microsoft YaHei"/>
              </a:defRPr>
            </a:pPr>
            <a:r>
              <a:t>使用场景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  <a:latin typeface="Microsoft YaHei"/>
              </a:defRPr>
            </a:pPr>
            <a:r>
              <a:t>真实乡村课堂应用案例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74720" cy="411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47472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0">
                <a:solidFill>
                  <a:srgbClr val="1A73E8"/>
                </a:solidFill>
                <a:latin typeface="Microsoft YaHei"/>
              </a:defRPr>
            </a:pPr>
            <a:r>
              <a:t>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02124"/>
                </a:solidFill>
                <a:latin typeface="Microsoft YaHei"/>
              </a:defRPr>
            </a:pPr>
            <a:r>
              <a:t>场景一：备课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Microsoft YaHei"/>
              </a:defRPr>
            </a:pPr>
            <a:r>
              <a:t>乡村教师王老师要准备</a:t>
            </a:r>
            <a:br/>
            <a:r>
              <a:t>明天的数学课，打开备课助手，</a:t>
            </a:r>
            <a:br/>
            <a:r>
              <a:t>输入课题，AI自动生成</a:t>
            </a:r>
            <a:br/>
            <a:r>
              <a:t>完整教案和三层分层作业，</a:t>
            </a:r>
            <a:br/>
            <a:r>
              <a:t>节省2小时备课时间。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828800"/>
            <a:ext cx="3474720" cy="411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828800"/>
            <a:ext cx="3474720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103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0">
                <a:solidFill>
                  <a:srgbClr val="34A853"/>
                </a:solidFill>
                <a:latin typeface="Microsoft YaHei"/>
              </a:defRPr>
            </a:pPr>
            <a:r>
              <a:t>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02124"/>
                </a:solidFill>
                <a:latin typeface="Microsoft YaHei"/>
              </a:defRPr>
            </a:pPr>
            <a:r>
              <a:t>场景二：答疑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5661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Microsoft YaHei"/>
              </a:defRPr>
            </a:pPr>
            <a:r>
              <a:t>学生小明遇到一道几何题</a:t>
            </a:r>
            <a:br/>
            <a:r>
              <a:t>不会做，拍照上传，</a:t>
            </a:r>
            <a:br/>
            <a:r>
              <a:t>AI识别图形并分步讲解</a:t>
            </a:r>
            <a:br/>
            <a:r>
              <a:t>解题思路，就像有一个</a:t>
            </a:r>
            <a:br/>
            <a:r>
              <a:t>24小时在线的辅导老师。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3474720" cy="411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828800"/>
            <a:ext cx="3474720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103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0">
                <a:solidFill>
                  <a:srgbClr val="FBBC04"/>
                </a:solidFill>
                <a:latin typeface="Microsoft YaHei"/>
              </a:defRPr>
            </a:pPr>
            <a:r>
              <a:t>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02124"/>
                </a:solidFill>
                <a:latin typeface="Microsoft YaHei"/>
              </a:defRPr>
            </a:pPr>
            <a:r>
              <a:t>场景三：家校沟通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5661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Microsoft YaHei"/>
              </a:defRPr>
            </a:pPr>
            <a:r>
              <a:t>在外打工的李妈妈想了解</a:t>
            </a:r>
            <a:br/>
            <a:r>
              <a:t>孩子学习情况，打开家长端</a:t>
            </a:r>
            <a:br/>
            <a:r>
              <a:t>查看学情报告，AI还帮她</a:t>
            </a:r>
            <a:br/>
            <a:r>
              <a:t>生成与老师沟通的话术，</a:t>
            </a:r>
            <a:br/>
            <a:r>
              <a:t>让关爱不再缺席。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乡村课堂AI助教  |  小有可为AI向善创新挑战赛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2895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A1"/>
                </a:solidFill>
                <a:latin typeface="Microsoft YaHei"/>
              </a:defRPr>
            </a:pPr>
            <a:r>
              <a:t>项目成果与未来规划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47A1"/>
                </a:solidFill>
                <a:latin typeface="Microsoft YaHei"/>
              </a:defRPr>
            </a:pPr>
            <a:r>
              <a:t> 项目成果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124"/>
                </a:solidFill>
                <a:latin typeface="Microsoft YaHei"/>
              </a:defRPr>
            </a:pPr>
            <a:r>
              <a:t>✅ 12,300+ 行代码，功能完整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124"/>
                </a:solidFill>
                <a:latin typeface="Microsoft YaHei"/>
              </a:defRPr>
            </a:pPr>
            <a:r>
              <a:t>✅ 三端口架构：教师/学生/家长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124"/>
                </a:solidFill>
                <a:latin typeface="Microsoft YaHei"/>
              </a:defRPr>
            </a:pPr>
            <a:r>
              <a:t>✅ 7大核心功能模块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124"/>
                </a:solidFill>
                <a:latin typeface="Microsoft YaHei"/>
              </a:defRPr>
            </a:pPr>
            <a:r>
              <a:t>✅ 支持阿里云/DeepSeek/自定义API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124"/>
                </a:solidFill>
                <a:latin typeface="Microsoft YaHei"/>
              </a:defRPr>
            </a:pPr>
            <a:r>
              <a:t>✅ 三端权限隔离，数据安全合规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124"/>
                </a:solidFill>
                <a:latin typeface="Microsoft YaHei"/>
              </a:defRPr>
            </a:pPr>
            <a:r>
              <a:t>✅ 纯前端实现，开箱即用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124"/>
                </a:solidFill>
                <a:latin typeface="Microsoft YaHei"/>
              </a:defRPr>
            </a:pPr>
            <a:r>
              <a:t>✅ 适配桌面端和移动端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124"/>
                </a:solidFill>
                <a:latin typeface="Microsoft YaHei"/>
              </a:defRPr>
            </a:pPr>
            <a:r>
              <a:t>✅ 低带宽友好，适合乡村环境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Microsoft YaHei"/>
              </a:defRPr>
            </a:pPr>
            <a:r>
              <a:t>🚀 未来规划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124"/>
                </a:solidFill>
                <a:latin typeface="Microsoft YaHei"/>
              </a:defRPr>
            </a:pPr>
            <a:r>
              <a:t>📌 接入更多学科题库资源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124"/>
                </a:solidFill>
                <a:latin typeface="Microsoft YaHei"/>
              </a:defRPr>
            </a:pPr>
            <a:r>
              <a:t> 支持离线模式，无网也能用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124"/>
                </a:solidFill>
                <a:latin typeface="Microsoft YaHei"/>
              </a:defRPr>
            </a:pPr>
            <a:r>
              <a:t>📌 增加教师间教案共享社区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124"/>
                </a:solidFill>
                <a:latin typeface="Microsoft YaHei"/>
              </a:defRPr>
            </a:pPr>
            <a:r>
              <a:t>📌 引入AI口语练习功能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124"/>
                </a:solidFill>
                <a:latin typeface="Microsoft YaHei"/>
              </a:defRPr>
            </a:pPr>
            <a:r>
              <a:t>📌 对接学校教务系统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124"/>
                </a:solidFill>
                <a:latin typeface="Microsoft YaHei"/>
              </a:defRPr>
            </a:pPr>
            <a:r>
              <a:t>📌 多语言支持（少数民族地区）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124"/>
                </a:solidFill>
                <a:latin typeface="Microsoft YaHei"/>
              </a:defRPr>
            </a:pPr>
            <a:r>
              <a:t>📌 家长端增加学习提醒推送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124"/>
                </a:solidFill>
                <a:latin typeface="Microsoft YaHei"/>
              </a:defRPr>
            </a:pPr>
            <a:r>
              <a:t>📌 开源社区共建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60350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73E8"/>
                </a:solidFill>
                <a:latin typeface="Microsoft YaHei"/>
              </a:defRPr>
            </a:pPr>
            <a:r>
              <a:t>用AI点亮乡村教育，让每个孩子都能看见未来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乡村课堂AI助教  |  小有可为AI向善创新挑战赛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895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