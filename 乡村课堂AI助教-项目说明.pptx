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0A3358"/>
              </a:gs>
              <a:gs pos="100000">
                <a:srgbClr val="1E88E5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88E5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4572000"/>
            <a:ext cx="3657600" cy="3657600"/>
          </a:xfrm>
          <a:prstGeom prst="ellipse">
            <a:avLst/>
          </a:prstGeom>
          <a:solidFill>
            <a:srgbClr val="00B8A9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0" y="-457200"/>
            <a:ext cx="1828800" cy="1828800"/>
          </a:xfrm>
          <a:prstGeom prst="ellipse">
            <a:avLst/>
          </a:prstGeom>
          <a:solidFill>
            <a:srgbClr val="FF98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1D4FA"/>
                </a:solidFill>
                <a:latin typeface="Microsoft YaHei"/>
              </a:defRPr>
            </a:pPr>
            <a:r>
              <a:t>🌱 小有可为 · AI向善创新挑战赛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乡村课堂AI助教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B3E5FC"/>
                </a:solidFill>
                <a:latin typeface="Microsoft YaHei"/>
              </a:defRPr>
            </a:pPr>
            <a:r>
              <a:t>让每一个乡村孩子都能享受AI教育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1828800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0CAF9"/>
                </a:solidFill>
                <a:latin typeface="Microsoft YaHei"/>
              </a:defRPr>
            </a:pPr>
            <a:r>
              <a:t>参赛赛道：乡村教育 · 大山里的AI课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0CAF9"/>
                </a:solidFill>
                <a:latin typeface="Microsoft YaHei"/>
              </a:defRPr>
            </a:pPr>
            <a:r>
              <a:t>作品类型：Web应用（纯前端架构）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A3358"/>
                </a:solidFill>
                <a:latin typeface="Microsoft YaHei"/>
              </a:defRPr>
            </a:pPr>
            <a:r>
              <a:t>三端协同  ·  AI赋能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926080"/>
            <a:ext cx="4389120" cy="822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2926080"/>
            <a:ext cx="91440" cy="8229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0175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👩‍🏫 教师端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3832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智能备课 · 学生画像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31920"/>
            <a:ext cx="4389120" cy="822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3931920"/>
            <a:ext cx="91440" cy="8229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0233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👨‍🎓 学生端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38912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拍照答疑 · 个性练习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937760"/>
            <a:ext cx="4389120" cy="822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4937760"/>
            <a:ext cx="91440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502920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👨‍👩‍👧 家长端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3949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学情报告 · 家校沟通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566928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5715000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F4C81"/>
                </a:solidFill>
                <a:latin typeface="Microsoft YaHei"/>
              </a:defRPr>
            </a:pPr>
            <a:r>
              <a:t>纯前端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566928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5715000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F4C81"/>
                </a:solidFill>
                <a:latin typeface="Microsoft YaHei"/>
              </a:defRPr>
            </a:pPr>
            <a:r>
              <a:t>多模态AI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566928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5715000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F4C81"/>
                </a:solidFill>
                <a:latin typeface="Microsoft YaHei"/>
              </a:defRPr>
            </a:pPr>
            <a:r>
              <a:t>数据隔离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80" y="566928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5715000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F4C81"/>
                </a:solidFill>
                <a:latin typeface="Microsoft YaHei"/>
              </a:defRPr>
            </a:pPr>
            <a:r>
              <a:t>低带宽友好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0" y="566928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0" y="5715000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F4C81"/>
                </a:solidFill>
                <a:latin typeface="Microsoft YaHei"/>
              </a:defRPr>
            </a:pPr>
            <a:r>
              <a:t>多API兼容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" cy="5486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4C81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A3358"/>
                </a:solidFill>
                <a:latin typeface="Microsoft YaHei"/>
              </a:defRPr>
            </a:pPr>
            <a:r>
              <a:t>痛点分析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乡村教育面临的真实困境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651760" cy="128016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2651760" cy="6400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A1A2E"/>
                </a:solidFill>
                <a:latin typeface="Microsoft YaHei"/>
              </a:defRPr>
            </a:pPr>
            <a:r>
              <a:t>教师备课负担重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749040"/>
            <a:ext cx="640080" cy="3657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乡村教师身兼多科，缺乏AI辅助工具，教案质量参差不齐，备课时间长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1737360"/>
            <a:ext cx="2651760" cy="12801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377440"/>
            <a:ext cx="265176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0116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2004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A1A2E"/>
                </a:solidFill>
                <a:latin typeface="Microsoft YaHei"/>
              </a:defRPr>
            </a:pPr>
            <a:r>
              <a:t>个性化教育缺失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749040"/>
            <a:ext cx="64008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02336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大班教学难以因材施教，学生薄弱知识点无法精准定位和针对性训练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173736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59" y="1737360"/>
            <a:ext cx="2651760" cy="128016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2377440"/>
            <a:ext cx="2651760" cy="64008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0116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39" y="32004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A1A2E"/>
                </a:solidFill>
                <a:latin typeface="Microsoft YaHei"/>
              </a:defRPr>
            </a:pPr>
            <a:r>
              <a:t>家校沟通困难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199" y="3749040"/>
            <a:ext cx="640080" cy="3657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402336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留守儿童多，家长外出务工，信息不对称，难以了解孩子学习情况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19" y="173736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9719" y="1737360"/>
            <a:ext cx="2651760" cy="12801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19" y="2377440"/>
            <a:ext cx="2651760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19" y="20116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599" y="32004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A1A2E"/>
                </a:solidFill>
                <a:latin typeface="Microsoft YaHei"/>
              </a:defRPr>
            </a:pPr>
            <a:r>
              <a:t>网络条件受限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95559" y="3749040"/>
            <a:ext cx="64008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19" y="402336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乡村网络带宽有限，传统云端应用难以流畅运行，使用门槛高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乡村课堂AI助教  ·  小有可为AI向善创新挑战赛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5695" y="6473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" cy="5486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4C81"/>
                </a:solidFill>
                <a:latin typeface="Microsoft YaHei"/>
              </a:defRPr>
            </a:pPr>
            <a:r>
              <a:t>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A3358"/>
                </a:solidFill>
                <a:latin typeface="Microsoft YaHei"/>
              </a:defRPr>
            </a:pPr>
            <a:r>
              <a:t>产品简介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面向乡村教育的AI助教平台，三端口协同赋能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66160" cy="1371600"/>
          </a:xfrm>
          <a:prstGeom prst="roundRect">
            <a:avLst/>
          </a:prstGeom>
          <a:ln>
            <a:noFill/>
          </a:ln>
          <a:gradFill>
            <a:gsLst>
              <a:gs pos="0">
                <a:srgbClr val="0F4C81"/>
              </a:gs>
              <a:gs pos="100000">
                <a:srgbClr val="1E88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3566160" cy="6400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👩‍🏫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教师端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4C8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AI备课助手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22192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4C8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2219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学生画像分析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6110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4C8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6110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班级数据总览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00016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4C8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00016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学生信息管理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73736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1737360"/>
            <a:ext cx="3566160" cy="1371600"/>
          </a:xfrm>
          <a:prstGeom prst="roundRect">
            <a:avLst/>
          </a:prstGeom>
          <a:ln>
            <a:noFill/>
          </a:ln>
          <a:gradFill>
            <a:gsLst>
              <a:gs pos="0">
                <a:srgbClr val="00B8A9"/>
              </a:gs>
              <a:gs pos="100000">
                <a:srgbClr val="1E88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468880"/>
            <a:ext cx="3566160" cy="64008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9659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👨‍🎓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60604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学生端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38328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B8A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3832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拍照智能答疑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822192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B8A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82219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针对性练习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26110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B8A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26110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自动错题本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700016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B8A9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700016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语音输入支持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173736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0" y="1737360"/>
            <a:ext cx="3566160" cy="1371600"/>
          </a:xfrm>
          <a:prstGeom prst="roundRect">
            <a:avLst/>
          </a:prstGeom>
          <a:ln>
            <a:noFill/>
          </a:ln>
          <a:gradFill>
            <a:gsLst>
              <a:gs pos="0">
                <a:srgbClr val="FF9800"/>
              </a:gs>
              <a:gs pos="100000">
                <a:srgbClr val="1E88E5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468880"/>
            <a:ext cx="356616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19659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👨‍👩‍👧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60604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家长端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38328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3832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学情报告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822192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382219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家校沟通话术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26110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26110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绑定孩子数据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700016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4700016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权限安全隔离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548640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6235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1E88E5"/>
                </a:solidFill>
                <a:latin typeface="Microsoft YaHei"/>
              </a:defRPr>
            </a:pPr>
            <a:r>
              <a:t>12,300+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61722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行代码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0" y="548640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0" y="56235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B8A9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61722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48640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6235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F980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61722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端口架构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0" y="548640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56235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7C4D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61722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纯前端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乡村课堂AI助教  ·  小有可为AI向善创新挑战赛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05695" y="6473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" cy="5486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4C81"/>
                </a:solidFill>
                <a:latin typeface="Microsoft YaHei"/>
              </a:defRPr>
            </a:pPr>
            <a:r>
              <a:t>👩‍🏫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A3358"/>
                </a:solidFill>
                <a:latin typeface="Microsoft YaHei"/>
              </a:defRPr>
            </a:pPr>
            <a:r>
              <a:t>核心功能 · 教师端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AI赋能教学全流程，减轻教师负担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517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194560"/>
            <a:ext cx="1097280" cy="10972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33172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A1A2E"/>
                </a:solidFill>
                <a:latin typeface="Microsoft YaHei"/>
              </a:defRPr>
            </a:pPr>
            <a:r>
              <a:t>AI备课助手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4023360"/>
            <a:ext cx="731520" cy="36576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智能生成完整教案</a:t>
            </a:r>
            <a:br/>
            <a:r>
              <a:t>自动分层作业设计</a:t>
            </a:r>
            <a:br/>
            <a:r>
              <a:t>基础/提高/拓展三层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828800"/>
            <a:ext cx="26517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2194560"/>
            <a:ext cx="1097280" cy="109728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33172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4747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A1A2E"/>
                </a:solidFill>
                <a:latin typeface="Microsoft YaHei"/>
              </a:defRPr>
            </a:pPr>
            <a:r>
              <a:t>学生画像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023360"/>
            <a:ext cx="731520" cy="3657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9768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五维雷达图展示</a:t>
            </a:r>
            <a:br/>
            <a:r>
              <a:t>能力归因分析</a:t>
            </a:r>
            <a:br/>
            <a:r>
              <a:t>个性化教学建议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828800"/>
            <a:ext cx="26517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6599" y="2194560"/>
            <a:ext cx="1097280" cy="109728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599" y="233172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34747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A1A2E"/>
                </a:solidFill>
                <a:latin typeface="Microsoft YaHei"/>
              </a:defRPr>
            </a:pPr>
            <a:r>
              <a:t>班级总览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79" y="4023360"/>
            <a:ext cx="731520" cy="3657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429768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成绩分布可视化</a:t>
            </a:r>
            <a:br/>
            <a:r>
              <a:t>学习趋势追踪</a:t>
            </a:r>
            <a:br/>
            <a:r>
              <a:t>薄弱知识点分析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19" y="1828800"/>
            <a:ext cx="26517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59" y="2194560"/>
            <a:ext cx="1097280" cy="109728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9" y="233172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599" y="34747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A1A2E"/>
                </a:solidFill>
                <a:latin typeface="Microsoft YaHei"/>
              </a:defRPr>
            </a:pPr>
            <a:r>
              <a:t>学生管理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39" y="4023360"/>
            <a:ext cx="73152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19" y="429768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批量导入导出</a:t>
            </a:r>
            <a:br/>
            <a:r>
              <a:t>完整信息管理</a:t>
            </a:r>
            <a:br/>
            <a:r>
              <a:t>学习档案记录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乡村课堂AI助教  ·  小有可为AI向善创新挑战赛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5695" y="6473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" cy="5486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4C81"/>
                </a:solidFill>
                <a:latin typeface="Microsoft YaHei"/>
              </a:defRPr>
            </a:pPr>
            <a:r>
              <a:t>👨‍🎓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A3358"/>
                </a:solidFill>
                <a:latin typeface="Microsoft YaHei"/>
              </a:defRPr>
            </a:pPr>
            <a:r>
              <a:t>核心功能 · 学生端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AI陪伴式学习，随时答疑解惑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66160" cy="109728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83664"/>
            <a:ext cx="3566160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83080" y="2194560"/>
            <a:ext cx="1097280" cy="1097280"/>
          </a:xfrm>
          <a:prstGeom prst="ellipse">
            <a:avLst/>
          </a:prstGeom>
          <a:solidFill>
            <a:srgbClr val="00B8A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233172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0">
                <a:solidFill>
                  <a:srgbClr val="00B8A9"/>
                </a:solidFill>
                <a:latin typeface="Microsoft YaHei"/>
              </a:defRPr>
            </a:pPr>
            <a:r>
              <a:t>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拍照答疑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069080"/>
            <a:ext cx="1005840" cy="3657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2834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• 拍照/上传题目图片</a:t>
            </a:r>
            <a:br/>
            <a:r>
              <a:t>• AI智能识别与解析</a:t>
            </a:r>
            <a:br/>
            <a:r>
              <a:t>• 分步讲解解题思路</a:t>
            </a:r>
            <a:br/>
            <a:r>
              <a:t>• 支持语音输入问题</a:t>
            </a:r>
            <a:br/>
            <a:r>
              <a:t>• 通义千问VL多模态模型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566160" cy="109728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883664"/>
            <a:ext cx="356616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23560" y="2194560"/>
            <a:ext cx="1097280" cy="1097280"/>
          </a:xfrm>
          <a:prstGeom prst="ellipse">
            <a:avLst/>
          </a:prstGeom>
          <a:solidFill>
            <a:srgbClr val="1E88E5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233172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0">
                <a:solidFill>
                  <a:srgbClr val="1E88E5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74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针对性练习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4069080"/>
            <a:ext cx="100584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343400"/>
            <a:ext cx="2834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• 基于学生画像推荐</a:t>
            </a:r>
            <a:br/>
            <a:r>
              <a:t>• 薄弱点专项训练</a:t>
            </a:r>
            <a:br/>
            <a:r>
              <a:t>• 难度自适应调整</a:t>
            </a:r>
            <a:br/>
            <a:r>
              <a:t>• 知识点掌握追踪</a:t>
            </a:r>
            <a:br/>
            <a:r>
              <a:t>• 练习记录自动保存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82880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0" y="1828800"/>
            <a:ext cx="3566160" cy="109728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883664"/>
            <a:ext cx="3566160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4040" y="2194560"/>
            <a:ext cx="1097280" cy="1097280"/>
          </a:xfrm>
          <a:prstGeom prst="ellipse">
            <a:avLst/>
          </a:prstGeom>
          <a:solidFill>
            <a:srgbClr val="FF9800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233172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0">
                <a:solidFill>
                  <a:srgbClr val="FF9800"/>
                </a:solidFill>
                <a:latin typeface="Microsoft YaHei"/>
              </a:defRPr>
            </a:pPr>
            <a:r>
              <a:t>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474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错题本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4069080"/>
            <a:ext cx="100584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4343400"/>
            <a:ext cx="2834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• 自动收录错题</a:t>
            </a:r>
            <a:br/>
            <a:r>
              <a:t>• 按知识点分类</a:t>
            </a:r>
            <a:br/>
            <a:r>
              <a:t>• 定期复习提醒</a:t>
            </a:r>
            <a:br/>
            <a:r>
              <a:t>• 错题重做功能</a:t>
            </a:r>
            <a:br/>
            <a:r>
              <a:t>• 掌握程度标记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乡村课堂AI助教  ·  小有可为AI向善创新挑战赛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5695" y="6473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" cy="5486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4C81"/>
                </a:solidFill>
                <a:latin typeface="Microsoft YaHei"/>
              </a:defRPr>
            </a:pPr>
            <a:r>
              <a:t>👨‍👩‍👧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A3358"/>
                </a:solidFill>
                <a:latin typeface="Microsoft YaHei"/>
              </a:defRPr>
            </a:pPr>
            <a:r>
              <a:t>核心功能 · 家长端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让关爱跨越距离，家校沟通无障碍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645920" cy="34747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1828800"/>
            <a:ext cx="822960" cy="3474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600" b="0">
                <a:solidFill>
                  <a:srgbClr val="FFFFFF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945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学情报告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743200"/>
            <a:ext cx="9144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01752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• 周报/月报自动生成</a:t>
            </a:r>
            <a:br/>
            <a:r>
              <a:t>• 可视化数据图表</a:t>
            </a:r>
            <a:br/>
            <a:r>
              <a:t>• 学习进度一目了然</a:t>
            </a:r>
            <a:br/>
            <a:r>
              <a:t>• 知识点掌握分析</a:t>
            </a:r>
            <a:br/>
            <a:r>
              <a:t>• 学习时长统计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1645920" cy="347472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1828800"/>
            <a:ext cx="822960" cy="3474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600" b="0">
                <a:solidFill>
                  <a:srgbClr val="FFFFFF"/>
                </a:solidFill>
                <a:latin typeface="Microsoft YaHei"/>
              </a:defRPr>
            </a:pPr>
            <a: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家校沟通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743200"/>
            <a:ext cx="914400" cy="3657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01752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• AI生成沟通话术</a:t>
            </a:r>
            <a:br/>
            <a:r>
              <a:t>• 基于真实学习数据</a:t>
            </a:r>
            <a:br/>
            <a:r>
              <a:t>• 降低沟通门槛</a:t>
            </a:r>
            <a:br/>
            <a:r>
              <a:t>• 个性化沟通建议</a:t>
            </a:r>
            <a:br/>
            <a:r>
              <a:t>• 常用话术模板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532120"/>
            <a:ext cx="9418320" cy="82296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532120"/>
            <a:ext cx="109728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56235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3358"/>
                </a:solidFill>
                <a:latin typeface="Microsoft YaHei"/>
              </a:defRPr>
            </a:pPr>
            <a:r>
              <a:t>🔒 权限安全隔离设计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943600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家长端仅可查看已绑定孩子的学习数据，学生端仅可查看个人信息，教师端可查看全量数据，充分保障数据安全与隐私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乡村课堂AI助教  ·  小有可为AI向善创新挑战赛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473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" cy="5486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4C81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A3358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创新技术方案，专为乡村教育场景优化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51760" cy="137160"/>
          </a:xfrm>
          <a:prstGeom prst="rect">
            <a:avLst/>
          </a:prstGeom>
          <a:ln>
            <a:noFill/>
          </a:ln>
          <a:gradFill>
            <a:gsLst>
              <a:gs pos="0">
                <a:srgbClr val="0F4C81"/>
              </a:gs>
              <a:gs pos="100000">
                <a:srgbClr val="1E88E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2194560"/>
            <a:ext cx="914400" cy="9144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多模态视觉AI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840480"/>
            <a:ext cx="914400" cy="36576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采用通义千问VL Max视觉理解模型</a:t>
            </a:r>
            <a:br/>
            <a:r>
              <a:t>支持图片OCR、数学公式识别</a:t>
            </a:r>
            <a:br/>
            <a:r>
              <a:t>分步解题推理，准确率高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51760" cy="137160"/>
          </a:xfrm>
          <a:prstGeom prst="rect">
            <a:avLst/>
          </a:prstGeom>
          <a:ln>
            <a:noFill/>
          </a:ln>
          <a:gradFill>
            <a:gsLst>
              <a:gs pos="0">
                <a:srgbClr val="00B8A9"/>
              </a:gs>
              <a:gs pos="100000">
                <a:srgbClr val="1E88E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0" y="2194560"/>
            <a:ext cx="914400" cy="9144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2860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91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多API兼容架构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914400" cy="3657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11480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支持阿里云通义千问、DeepSeek</a:t>
            </a:r>
            <a:br/>
            <a:r>
              <a:t>及任意OpenAI兼容API</a:t>
            </a:r>
            <a:br/>
            <a:r>
              <a:t>用户可自由切换和自定义模型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173736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1737360"/>
            <a:ext cx="2651760" cy="137160"/>
          </a:xfrm>
          <a:prstGeom prst="rect">
            <a:avLst/>
          </a:prstGeom>
          <a:ln>
            <a:noFill/>
          </a:ln>
          <a:gradFill>
            <a:gsLst>
              <a:gs pos="0">
                <a:srgbClr val="7C4DFF"/>
              </a:gs>
              <a:gs pos="100000">
                <a:srgbClr val="1E88E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39" y="219456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39" y="22860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3291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三端权限隔离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39" y="3840480"/>
            <a:ext cx="914400" cy="3657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39" y="411480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教师端：全量数据权限</a:t>
            </a:r>
            <a:br/>
            <a:r>
              <a:t>学生端：仅个人信息</a:t>
            </a:r>
            <a:br/>
            <a:r>
              <a:t>家长端：仅绑定孩子数据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19" y="1737360"/>
            <a:ext cx="26517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19" y="1737360"/>
            <a:ext cx="2651760" cy="137160"/>
          </a:xfrm>
          <a:prstGeom prst="rect">
            <a:avLst/>
          </a:prstGeom>
          <a:ln>
            <a:noFill/>
          </a:ln>
          <a:gradFill>
            <a:gsLst>
              <a:gs pos="0">
                <a:srgbClr val="FF9800"/>
              </a:gs>
              <a:gs pos="100000">
                <a:srgbClr val="1E88E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399" y="2194560"/>
            <a:ext cx="914400" cy="9144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399" y="22860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79" y="3291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低带宽优化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399" y="3840480"/>
            <a:ext cx="9144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599" y="411480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纯前端架构，无需后端服务器</a:t>
            </a:r>
            <a:br/>
            <a:r>
              <a:t>数据存储在浏览器本地</a:t>
            </a:r>
            <a:br/>
            <a:r>
              <a:t>弱网环境也能流畅使用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乡村课堂AI助教  ·  小有可为AI向善创新挑战赛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5695" y="6473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" cy="5486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4C81"/>
                </a:solidFill>
                <a:latin typeface="Microsoft YaHei"/>
              </a:defRPr>
            </a:pPr>
            <a:r>
              <a:t>🏗️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A3358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纯前端架构，开箱即用，零部署成本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9418320" cy="822960"/>
          </a:xfrm>
          <a:prstGeom prst="roundRect">
            <a:avLst>
              <a:gd name="adj" fmla="val 8000"/>
            </a:avLst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👩‍🏫 教师端    👨‍🎓 学生端    👨‍👩‍👧 家长端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7432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7432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200400"/>
            <a:ext cx="9418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2918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4C81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3611880"/>
            <a:ext cx="731520" cy="3657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45920" y="379476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85876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4C81"/>
                </a:solidFill>
                <a:latin typeface="Microsoft YaHei"/>
              </a:defRPr>
            </a:pPr>
            <a:r>
              <a:t>路由管理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79476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85876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4C81"/>
                </a:solidFill>
                <a:latin typeface="Microsoft YaHei"/>
              </a:defRPr>
            </a:pPr>
            <a:r>
              <a:t>数据存储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379476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85876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4C81"/>
                </a:solidFill>
                <a:latin typeface="Microsoft YaHei"/>
              </a:defRPr>
            </a:pPr>
            <a:r>
              <a:t>API服务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59" y="379476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59" y="385876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4C81"/>
                </a:solidFill>
                <a:latin typeface="Microsoft YaHei"/>
              </a:defRPr>
            </a:pPr>
            <a:r>
              <a:t>权限控制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794760"/>
            <a:ext cx="1554480" cy="457200"/>
          </a:xfrm>
          <a:prstGeom prst="roundRect">
            <a:avLst>
              <a:gd name="adj" fmla="val 3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85876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4C81"/>
                </a:solidFill>
                <a:latin typeface="Microsoft YaHei"/>
              </a:defRPr>
            </a:pPr>
            <a:r>
              <a:t>UI组件库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805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4805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4805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4937760"/>
            <a:ext cx="9418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5029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4C81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5349240"/>
            <a:ext cx="731520" cy="36576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54864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✦ HTML5 + CSS3 + ES6+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54864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✦ IndexedDB 本地数据库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4864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✦ localStorage 配置存储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4864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✦ OpenAI 兼容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8521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✦ Canvas 数据可视化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58521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✦ Web Speech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8521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✦ FileReader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58521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✦ 响应式设计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乡村课堂AI助教  ·  小有可为AI向善创新挑战赛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5695" y="6473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" cy="5486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4C81"/>
                </a:solidFill>
                <a:latin typeface="Microsoft YaHei"/>
              </a:defRPr>
            </a:pPr>
            <a:r>
              <a:t>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8404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A3358"/>
                </a:solidFill>
                <a:latin typeface="Microsoft YaHei"/>
              </a:defRPr>
            </a:pPr>
            <a:r>
              <a:t>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914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真实乡村课堂应用案例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66160" cy="1463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3566160" cy="7315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场景一：高效备课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2926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乡村教师王老师要准备明天的数学课</a:t>
            </a:r>
            <a:br/>
            <a:r>
              <a:t>打开AI备课助手，输入课题</a:t>
            </a:r>
            <a:br/>
            <a:r>
              <a:t>AI自动生成完整教案和三层分层作业</a:t>
            </a:r>
            <a:br/>
            <a:r>
              <a:t>原来2小时的备课现在只需10分钟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737360"/>
            <a:ext cx="3566160" cy="146304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468880"/>
            <a:ext cx="3566160" cy="7315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01168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场景二：随时答疑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566160"/>
            <a:ext cx="2926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学生小明遇到一道几何题不会做</a:t>
            </a:r>
            <a:br/>
            <a:r>
              <a:t>用手机拍照上传题目</a:t>
            </a:r>
            <a:br/>
            <a:r>
              <a:t>AI识别图形并分步讲解解题思路</a:t>
            </a:r>
            <a:br/>
            <a:r>
              <a:t>就像有一个24小时在线的辅导老师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73736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737360"/>
            <a:ext cx="3566160" cy="1463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468880"/>
            <a:ext cx="356616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场景三：家校连心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566160"/>
            <a:ext cx="2926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在外打工的李妈妈想了解孩子学习</a:t>
            </a:r>
            <a:br/>
            <a:r>
              <a:t>打开家长端查看学情报告</a:t>
            </a:r>
            <a:br/>
            <a:r>
              <a:t>AI还帮她生成与老师沟通的话术</a:t>
            </a:r>
            <a:br/>
            <a:r>
              <a:t>让关爱不再因距离而缺席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乡村课堂AI助教  ·  小有可为AI向善创新挑战赛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473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ln>
            <a:noFill/>
          </a:ln>
          <a:gradFill>
            <a:gsLst>
              <a:gs pos="0">
                <a:srgbClr val="0A3358"/>
              </a:gs>
              <a:gs pos="100000">
                <a:srgbClr val="1E88E5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项目成果与未来规划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3E5FC"/>
                </a:solidFill>
                <a:latin typeface="Microsoft YaHei"/>
              </a:defRPr>
            </a:pPr>
            <a:r>
              <a:t>脚踏实地，展望未来，用AI点亮乡村教育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39496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A3358"/>
                </a:solidFill>
                <a:latin typeface="Microsoft YaHei"/>
              </a:defRPr>
            </a:pPr>
            <a:r>
              <a:t>✅  项目成果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✓  12,300+ 行代码，功能完整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958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✓  三端口架构：教师/学生/家长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5876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✓  7大核心功能模块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8795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✓  支持阿里云/DeepSeek/自定义API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1713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✓  三端权限隔离，数据安全合规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✓  纯前端实现，开箱即用零部署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550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✓  适配桌面端和移动端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0468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✓  低带宽友好，适合乡村环境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37744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377440"/>
            <a:ext cx="5394960" cy="91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Microsoft YaHei"/>
              </a:defRPr>
            </a:pPr>
            <a:r>
              <a:t>🚀  未来规划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004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→  接入更多学科题库资源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2958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→  支持完整离线模式，无网也能用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85876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→  增加教师间教案共享社区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18795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→  引入AI口语练习功能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1713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→  对接学校教务管理系统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8463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→  多语言支持（少数民族地区）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17550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→  家长端增加学习提醒推送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50468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→  开源社区共建，持续迭代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F4C81"/>
                </a:solidFill>
                <a:latin typeface="Microsoft YaHei"/>
              </a:defRPr>
            </a:pPr>
            <a:r>
              <a:t>用AI点亮乡村教育，让每个孩子都能看见未来 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乡村课堂AI助教  ·  小有可为AI向善创新挑战赛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5695" y="64739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